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9305-thank-you-png-clipar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3F51B5"/>
                </a:solidFill>
              </a:defRPr>
            </a:pPr>
            <a:r>
              <a:t>GRANTFORGE</a:t>
            </a:r>
          </a:p>
          <a:p>
            <a:pPr>
              <a:defRPr sz="2500" b="1">
                <a:solidFill>
                  <a:srgbClr val="1F2937"/>
                </a:solidFill>
              </a:defRPr>
            </a:pPr>
            <a:r>
              <a:t>Generative AI–Powered Grant Proposal Writing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4216219" cy="15773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5A6473"/>
                </a:solidFill>
              </a:defRPr>
            </a:pPr>
            <a:r>
              <a:rPr dirty="0"/>
              <a:t>Major Project – Internal Presentation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Mohd Abdu</a:t>
            </a:r>
            <a:r>
              <a:rPr lang="en-IN" dirty="0"/>
              <a:t>r</a:t>
            </a:r>
            <a:r>
              <a:rPr dirty="0"/>
              <a:t> R</a:t>
            </a:r>
            <a:r>
              <a:rPr lang="en-IN" dirty="0"/>
              <a:t>a</a:t>
            </a:r>
            <a:r>
              <a:rPr dirty="0" err="1"/>
              <a:t>hman</a:t>
            </a:r>
            <a:r>
              <a:rPr dirty="0"/>
              <a:t>  •  160923748024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Shaik </a:t>
            </a:r>
            <a:r>
              <a:rPr dirty="0" err="1"/>
              <a:t>Shaizan</a:t>
            </a:r>
            <a:r>
              <a:rPr dirty="0"/>
              <a:t> Moin  •  160923748035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M</a:t>
            </a:r>
            <a:r>
              <a:rPr lang="en-IN" dirty="0"/>
              <a:t> D</a:t>
            </a:r>
            <a:r>
              <a:rPr dirty="0"/>
              <a:t> Saad  •  160923748045</a:t>
            </a:r>
          </a:p>
          <a:p>
            <a:pPr>
              <a:spcAft>
                <a:spcPts val="500"/>
              </a:spcAft>
              <a:defRPr sz="1600">
                <a:solidFill>
                  <a:srgbClr val="1F2937"/>
                </a:solidFill>
              </a:defRPr>
            </a:pPr>
            <a:r>
              <a:rPr dirty="0"/>
              <a:t>Moh</a:t>
            </a:r>
            <a:r>
              <a:rPr lang="en-IN" dirty="0" err="1"/>
              <a:t>ammed</a:t>
            </a:r>
            <a:r>
              <a:rPr dirty="0"/>
              <a:t> Khaja Mo</a:t>
            </a:r>
            <a:r>
              <a:rPr lang="en-IN" dirty="0" err="1"/>
              <a:t>inu</a:t>
            </a:r>
            <a:r>
              <a:rPr dirty="0" err="1"/>
              <a:t>ddin</a:t>
            </a:r>
            <a:r>
              <a:rPr dirty="0"/>
              <a:t>  •  160923748052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BD2C29-E6C4-2647-AE3D-47AAEDAFF91C}"/>
              </a:ext>
            </a:extLst>
          </p:cNvPr>
          <p:cNvSpPr txBox="1"/>
          <p:nvPr/>
        </p:nvSpPr>
        <p:spPr>
          <a:xfrm>
            <a:off x="896112" y="4764024"/>
            <a:ext cx="3456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Guide: Mrs. Zaheda Naguru , Assistant Professor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1. Abstract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2. Objective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3. Introduction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4. Literature Survey – Recent Studies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5. Research Gap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6. Proposed GrantForge Workflow</a:t>
            </a:r>
          </a:p>
          <a:p>
            <a:pPr>
              <a:spcAft>
                <a:spcPts val="1200"/>
              </a:spcAft>
              <a:defRPr sz="2000">
                <a:solidFill>
                  <a:srgbClr val="1F2937"/>
                </a:solidFill>
              </a:defRPr>
            </a:pPr>
            <a:r>
              <a:t>• 7. Conclusion &amp; 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t>• Grant proposal writing is time-consuming and requires strong alignment with funder requirements.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t>• GrantForge uses Generative AI and Large Language Models (LLMs) to support proposal drafting, refinement and customization.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t>• The system can use Retrieval-Augmented Generation (RAG) to ground outputs in funder guidelines, calls and organizational information.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t>• A structured workflow can generate sections such as problem statement, objectives, methodology, impact and budget justification.</a:t>
            </a:r>
          </a:p>
          <a:p>
            <a:pPr>
              <a:spcAft>
                <a:spcPts val="1200"/>
              </a:spcAft>
              <a:defRPr sz="1700">
                <a:solidFill>
                  <a:srgbClr val="1F2937"/>
                </a:solidFill>
              </a:defRPr>
            </a:pPr>
            <a:r>
              <a:t>• Human review remains important for factual accuracy, feasibility, originality, ethics and final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Develop an AI-powered system that assists users in creating high-quality grant proposals.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Extract important requirements from funding calls and match them with the applicant’s profile.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Generate clear and structured proposal sections using an LLM.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Use RAG or trusted reference documents to reduce unsupported or irrelevant content.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Provide iterative review and refinement for clarity, compliance, alignment and completeness.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Reduce drafting effort while keeping the applicant responsible for final content and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Grant proposals must satisfy detailed technical, financial, eligibility and impact requirements.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Traditional proposal preparation often involves reading long calls, collecting information and repeatedly editing sections.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Recent studies show that LLMs can assist with scientific writing and grant-related tasks, but hallucination, bias and weak feasibility assessment remain concerns.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GrantForge combines document retrieval, prompt-based generation and structured review instead of relying only on free-form text generation.</a:t>
            </a:r>
          </a:p>
          <a:p>
            <a:pPr>
              <a:spcAft>
                <a:spcPts val="1200"/>
              </a:spcAft>
              <a:defRPr sz="1600">
                <a:solidFill>
                  <a:srgbClr val="1F2937"/>
                </a:solidFill>
              </a:defRPr>
            </a:pPr>
            <a:r>
              <a:t>• The goal is to make proposal preparation faster, more consistent and better aligned with a specific funding opportunity.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Literature Survey – Recent Studies (1–5)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51560"/>
          <a:ext cx="115671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Title of Paper (Published Year)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Strategy / Method / Approach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Drawbacks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Can AI Close the Grant Funding Gap? A Multi-Agent LLM System for Automated Grant Application Generation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Multi-agent LLM + RAG; Research, Strategy, Writer, Budget, Reviewer and Editor agents.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End-to-end grant generation; iterative refinement; strong compliance/customization focus.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Preprint; limited evaluation size.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LLM-assisted proposal writing in competitive R&amp;D funding: Evidence from Horizon Europe (2026)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Empirical analysis of Horizon Europe applications and LLM-modified text.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Real-world evidence on adoption and funding outcomes.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Observational; cannot establish all causal effects.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Generative AI bias against scientific novelty: A cautionary tale from research proposals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GPT-4o compared research proposals using pairwise funding decisions.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Highlights novelty-related bias risk in AI evaluation.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Small sample; simulated AI decisions.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Evaluating LLM-Based Grant Proposal Review via Structured Perturbations (2026)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Tests LLM review sensitivity across funding, timeline, competency, alignment, clarity and impact.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Section-level review improved detection and reliability.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Only six EPSRC proposals; high variability.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Can Large Language Models Evaluate Grant Proposal Quality? (2026)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Compares open-weight LLM scores with expert review scores.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Explores LLM use for triage/tie-breaking.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Weak-to-moderate correlation; old dataset.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Literature Survey – Recent Studies (6–10)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051560"/>
          <a:ext cx="115671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Title of Paper (Published Year)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Strategy / Method / Approach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Advantages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Drawbacks</a:t>
                      </a:r>
                    </a:p>
                  </a:txBody>
                  <a:tcPr>
                    <a:solidFill>
                      <a:srgbClr val="3F5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Assessing ChatGPT’s Potential as an Autonomous Grant Writing Tool: A Pilot Study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ChatGPT-generated grant compared with human submissions using reviewer assessment.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Clear, polished and well-structured writing.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Needs human intervention for substantive feasibility.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From Text to Decision: A GenAI Framework for Strategic Evaluation of Funding Opportunities (2025)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GenAI + semantic embeddings classify funding calls by viability and thematic relevance.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Automates funding-opportunity screening.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Focuses on opportunity evaluation, not full proposal generation.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When ChatGPT Writes Your Research Proposal: Scientific Creativity in the Age of Generative AI (2025)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Compares ChatGPT-4 with graduate students on scientific proposal tasks.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Studies AI creativity and proposal ideation.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Controlled task; not real funding outcomes.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Ten Simple Rules to Leverage Large Language Models for Getting Grants (2024)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Practical framework for responsible LLM use across grant-writing stages.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Useful guidance on prompting, verification and responsible use.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Guidance paper rather than system evaluation.</a:t>
                      </a:r>
                    </a:p>
                  </a:txBody>
                  <a:tcPr>
                    <a:solidFill>
                      <a:srgbClr val="EB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ChatGPT and Large Language Models in Academia: Opportunities and Challenges (2023)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Reviews LLM applications including grant proposal writing and academic 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Identifies benefits and policy/accuracy concerns.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F2937"/>
                          </a:solidFill>
                        </a:defRPr>
                      </a:pPr>
                      <a:r>
                        <a:t>Early-stage evidence as the technology evolves.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F2937"/>
                </a:solidFill>
              </a:defRPr>
            </a:pPr>
            <a:r>
              <a:t>Research Gap, Proposed Workflow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3840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A6473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>
                <a:solidFill>
                  <a:srgbClr val="1F2937"/>
                </a:solidFill>
              </a:defRPr>
            </a:pPr>
            <a:r>
              <a:t>• Research gap: Existing work often focuses on either text generation, funding-call screening, or proposal review rather than one integrated workflow.</a:t>
            </a:r>
          </a:p>
          <a:p>
            <a:pPr>
              <a:spcAft>
                <a:spcPts val="1200"/>
              </a:spcAft>
              <a:defRPr sz="1350">
                <a:solidFill>
                  <a:srgbClr val="1F2937"/>
                </a:solidFill>
              </a:defRPr>
            </a:pPr>
            <a:r>
              <a:t>• GrantForge proposes a practical pipeline: Funding Call → Requirement Extraction → Applicant Profile → RAG Knowledge Base → LLM Drafting → Section Review → Human Approval.</a:t>
            </a:r>
          </a:p>
          <a:p>
            <a:pPr>
              <a:spcAft>
                <a:spcPts val="1200"/>
              </a:spcAft>
              <a:defRPr sz="1350">
                <a:solidFill>
                  <a:srgbClr val="1F2937"/>
                </a:solidFill>
              </a:defRPr>
            </a:pPr>
            <a:r>
              <a:t>• Key research needs include factual grounding, funder-specific customization, budget consistency, originality, explainability and reliable evaluation.</a:t>
            </a:r>
          </a:p>
          <a:p>
            <a:pPr>
              <a:spcAft>
                <a:spcPts val="1200"/>
              </a:spcAft>
              <a:defRPr sz="1350">
                <a:solidFill>
                  <a:srgbClr val="1F2937"/>
                </a:solidFill>
              </a:defRPr>
            </a:pPr>
            <a:r>
              <a:t>• Conclusion: Generative AI can reduce repetitive proposal-writing effort, but GrantForge should support—not replace—human expertise and final responsibility.</a:t>
            </a:r>
          </a:p>
          <a:p>
            <a:pPr>
              <a:spcAft>
                <a:spcPts val="1200"/>
              </a:spcAft>
              <a:defRPr sz="1350">
                <a:solidFill>
                  <a:srgbClr val="1F2937"/>
                </a:solidFill>
              </a:defRPr>
            </a:pPr>
            <a:r>
              <a:t>• Key references: Blege (2026); Santoleri, Rentocchini &amp; Lelli (2026); Machado (2026); Thorne et al. (2026); Sandström &amp; Thelwall (2026); Springer (2025); Figueroa-Gómez &amp; Galpin (2025); PLOS Computational Biology (2024).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515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6473"/>
                </a:solidFill>
              </a:defRPr>
            </a:pPr>
            <a:r>
              <a:t>GrantForge • Major Project – Internal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B0659A-840A-C7A1-7493-1E0CBF06B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819656" y="548640"/>
            <a:ext cx="7680960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73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1075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Mohammed Khaja</dc:creator>
  <cp:keywords/>
  <dc:description>generated using python-pptx</dc:description>
  <cp:lastModifiedBy>Mohammed Khaja</cp:lastModifiedBy>
  <cp:revision>2</cp:revision>
  <dcterms:created xsi:type="dcterms:W3CDTF">2013-01-27T09:14:16Z</dcterms:created>
  <dcterms:modified xsi:type="dcterms:W3CDTF">2026-10-28T07:38:17Z</dcterms:modified>
  <cp:category/>
</cp:coreProperties>
</file>